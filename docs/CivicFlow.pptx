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0"/>
            <a:ext cx="1216152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CivicFlow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 operations platform built end-to-end as the WOW project for the OFM IT Application Developer interview.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Madewell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Financial Management — IT Application Developer (Journey in Training)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Interview: 2026-05-15  |  Demo: waofm-demo.madewellrd.com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CivicFlow exists, in one slide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4924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read of my resume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 AI/MLOps platform engineer with 25 years of enterprise infrastructure — not a career .NET app developer. A panel reading the JD against my resume could reasonably ask whether I'd show up on day one and write the .NET 8 + T-SQL + Angular code the team actually owns.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is my answer to that question, in code.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54864" cy="4572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37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CivicFlow demonstrates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983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.NET 8 with EF Core, real state machine, T-SQL stored procs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SPA with role switcher, interceptors, schema-driven forms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ServiceNow-shape Business Rules, Transform Maps, UI Policies — exact JD vocabulary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features that bring my resume's MLOps patterns to OFM's stack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role-based policies, every endpoint gated, every transition audited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passing tests, 0 warnings, idempotent demo seeder, dockerized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— line by line against the JD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Journey-level bullet from the posting, with where it lives in CivicFlow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754880"/>
        </p:xfrm>
        <a:graphic>
          <a:graphicData uri="http://schemas.openxmlformats.org/drawingml/2006/table">
            <a:tbl>
              <a:tblPr/>
              <a:tblGrid>
                <a:gridCol w="4297680"/>
                <a:gridCol w="6766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 bullet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CivicFlow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applications using .NET Core 6/8+ with SQL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8 minimal APIs + EF Core 8 + SQL Server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JavaScript, HTML, CSS, AJAX, REST, SOAP integrations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18 SPA over typed REST; AJAX via HttpClient + interceptors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T-SQL stored procedures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stored procs: validate-batch, batch-summary, request-aging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MVC, Angular, modern frameworks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18 standalone components; ASP.NET minimal-API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SDLC methodologies (Agile, DevOps, iterative)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Domain-driven design + branch-per-feature + Dockerized CI-ready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Lifecycle Management (ALM)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Core migrations, structured logs, audit log, change traceability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Mission-critical apps in 24/7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and readiness probes, kill-switch governance, structured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developer (UI Actions, Business Rules, Transform Maps,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Platform/ namespace mirrors SN concepts directly — see slide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Mentoring and technical guidance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set demonstrated in resume; CivicFlow doc set is teaching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5179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bullet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0" y="15179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Clean-architecture .NET 8, with a Platform layer and a governed AI adapter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CivicFlow.Domain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627632"/>
            <a:ext cx="7406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Aggregates, value objects, enums, state machine. No framework dependencies.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41448"/>
            <a:ext cx="54864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14600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CivicFlow.Application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514600"/>
            <a:ext cx="7406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services, Platform layer (BusinessRule / TransformMap / UIPolicy), AI contract.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110642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28416"/>
            <a:ext cx="54864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01568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CivicFlow.Infrastructure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3401568"/>
            <a:ext cx="7406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to SQL Server, repositories, AnthropicAdapter, MockAdapter, KillSwitchAdapter, demo seeder.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15384"/>
            <a:ext cx="110642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15384"/>
            <a:ext cx="54864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88536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CivicFlow.Api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4288536"/>
            <a:ext cx="7406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Minimal-API host, demo auth handler, claims-based policies, CORS, health probes.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193792"/>
            <a:ext cx="11064240" cy="10058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285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adapter pipeline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65099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 →  KillSwitchAdapter  →  ( AnthropicAdapter | DeterministicMockAdapter )  →  schema-validated TResult + telemetry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states. Every transition is gated by an in-memory state machine and audited.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0E7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87068" y="22402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05940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0E7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5940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31820" y="22402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50692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0692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6572" y="22402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95444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5444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21324" y="22402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40196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0196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66076" y="22402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84948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BBF7D0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4948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10828" y="22402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29700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BBF7D0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29700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355580" y="2240280"/>
            <a:ext cx="11887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474452" y="19202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C7D2FE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74452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1188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branches reachable from one or more main states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33832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for Correction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971800" y="33832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120640" y="33832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69480" y="33832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418320" y="33832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are declared in CivicFlow.Domain.Entities.RequestWorkflow. The state machine, audit writer, and notification queue are decoupled — adding a transition only touches one dictionary and the workflow service.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feature 1 — Import Error Explainer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raw validator errors into agency-friendly guidance.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25780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Caller: POST /api/imports/{id}/explain-errors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rejected rows in the staging batch.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row: assembles a prompt with row fields and validator errors, invokes the model adapter with a registered JSON schema.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typed DTO: summary, per-field fix guidance, agency-facing message, confidence, plus telemetry: provider, tokens, latency, USD cost, mock/kill-switch flags.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validator errors + a safe message if the model fails or is gated.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25780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54480"/>
            <a:ext cx="54864" cy="4572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interesting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Schema-enforced output — the LLM cannot return prose. Validation runs on the model output before the row ever reaches the UI.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telemetry per call. The UI shows actual USD spent on each explanation.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decorator wraps the real adapter. One config flag short-circuits every call with a logged event.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is config-driven: Mock for offline demos and CI, Anthropic for live.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port of the schema-as-contract pattern from PROMETHEUS into a .NET service.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feature 2 — Request Triage Router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queue, complexity, and human-review requirement on submit.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25780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Caller: POST /api/requests/{id}/triage-recommendation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4 most-recent same-category requests as grounding context (cheap retrieval, not vector embeddings — adequate for the data size).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model to pick a queue from a fixed list, score complexity, decide whether human review is required, and cite up to 3 similar past requests with similarity scores.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schema-validated. Defaults to Budget Operations + required human review if the model fails or is gated.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257800" cy="457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54480"/>
            <a:ext cx="54864" cy="4572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ties to my resume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the GPT-3 incident-triage system I built at Providence — classify, route, ground in past tickets, flag low confidence for human review.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the City of Seattle NTFS request classifier — 1,800 requests cleared in 30 days, 9-month backlog gone.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governance pattern as ROGUE: OPS — non-overridable safe defaults when confidence is low or the kill-switch is engaged.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into .NET 8 with schema-enforced output and cost telemetry. No magic, all code review-able.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ServiceNow-shape platform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not owned a ServiceNow instance. Here is me modeling the exact concepts in C#.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4442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" cy="4480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07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IBusinessRule contract with Name, Table, Phase (Before/After/Async), Order, Condition, RunAsync. Two concrete rules wired in: oversight threshold flag and legacy integration tag. Engine runs the matching set at each phase of a request transition. Every executed rule writes an audit entry — exactly the trail an OFM ServiceNow admin would expect.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/api/platform/business-rules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8640" y="1645920"/>
            <a:ext cx="34442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8640" y="1645920"/>
            <a:ext cx="54864" cy="4480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1520" y="178308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Map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1520" y="2331720"/>
            <a:ext cx="307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ITransformMap declares source table, target table, and a list of FieldMaps with optional transform scripts. The Budget Import Transform Map describes the existing import-row → request mapping declaratively, so a non-developer analyst can read the mapping the same way they would in ServiceNow Studio.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1520" y="55778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/api/platform/transform-maps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68640" y="1645920"/>
            <a:ext cx="34442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68640" y="1645920"/>
            <a:ext cx="54864" cy="4480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1520" y="178308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Policy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51520" y="2331720"/>
            <a:ext cx="307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client-side rules: which fields are mandatory, visible, or read-only, scoped by form name and a when-expression. The catalog is exposed at an endpoint so the Angular SPA can render the same conditional behavior an OFM ServiceNow form would.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51520" y="55778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/api/platform/ui-policies/{form}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requires me to have written ServiceNow code yesterday. It demonstrates I will pick up ServiceNow fast because I already think in its vocabulary.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and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OFM operator gets, not just what a developer sees.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9496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7335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Kill-switch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673352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flag short-circuits every AI invocation, logs an audit event, returns safe defaults. No deploy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0020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7335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telemetry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1673352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USD estimate from input/output tokens. Surfaced in the UI next to every AI result.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539496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56032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3347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enforcement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633472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has a registered JSON schema. The adapter parses model output through the schema before it leaves the boundary.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539496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6032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63347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2633472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change, business-rule execution, AI explanation, AI triage, and import run lands in the audit log with actor, action, summary.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539496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2044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9359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593592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named authorization policies cover create, triage, analyst review, technical review, approve, implement, close, reject, import, read.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520440"/>
            <a:ext cx="539496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52044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59359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and ready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3593592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and /readyz expose DbContext checks. Docker healthchecks wired across SQL, API, and Web containers.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that move when you change CivicFlow.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/ 29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67200" y="155448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7200" y="169164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267200" y="248716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/ errors at Release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94320" y="155448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4320" y="169164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894320" y="248716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in the workflow machine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0080" y="404164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authz policies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67200" y="310896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7200" y="324612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267200" y="404164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94320" y="310896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4320" y="324612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7894320" y="404164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validation rules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0060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640080" y="559612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stored procedures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67200" y="466344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7200" y="480060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4267200" y="559612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end-to-end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94320" y="4663440"/>
            <a:ext cx="34899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94320" y="4800600"/>
            <a:ext cx="3489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7894320" y="5596128"/>
            <a:ext cx="3489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in appsettings.json to flip AI off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build next, week one on the job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next moves to take CivicFlow from interview demo to OFM production shape.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38328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demo auth with Entra 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X-CivicFlow-User header handler. Wire ASP.NET Core OIDC against the WA Entra tenant. Keep the policy table — only the scheme registration changes.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38328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00200"/>
            <a:ext cx="54864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Regenerate the EF migration cleanly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InitialCreate uses raw SQL with an empty model snapshot. Run dotnet ef migrations add InitialCreate on a clean machine, replace the stub, get future migrations green.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38328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600200"/>
            <a:ext cx="54864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traces + structured logs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3774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OTel for ASP.NET Core, EF Core, and HttpClient. Correlation IDs through the AI adapter pipeline so a single request shows DB time, model time, and total.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338328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69080"/>
            <a:ext cx="54864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ServiceNow connector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Platform/ namespace mirrors SN concepts. Build a thin adapter that round-trips a CivicFlow Request to a SN incident, using the same Transform Map shape.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069080"/>
            <a:ext cx="338328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4069080"/>
            <a:ext cx="54864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tests + a11y baseline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846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Karma + Cypress smoke tests for the dashboard and Import Repair Center, plus axe-core baseline for accessibility, since OFM serves public agencies.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069080"/>
            <a:ext cx="3383280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4069080"/>
            <a:ext cx="54864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Embeddings-backed similar past requests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4846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cheap same-category retrieval in the triage router with vector embeddings over historical request bodies, hosted in pgvector / Azure AI Search.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STAR stories ready to tell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work whose pattern CivicFlow re-implements.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114800"/>
        </p:xfrm>
        <a:graphic>
          <a:graphicData uri="http://schemas.openxmlformats.org/drawingml/2006/table">
            <a:tbl>
              <a:tblPr/>
              <a:tblGrid>
                <a:gridCol w="5029200"/>
                <a:gridCol w="1280160"/>
                <a:gridCol w="4754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proves for the 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Providence GPT-3 incident triage — 6,800 incidents across 4 queues, prompt-tuned, hit SLA, cleared backlog in 60 days.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2020–2023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Mission-critical 24/7 production support, AI classification, governance, SLA discipline.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of Seattle access classifier — 1,800-request backlog cleared in 30 days, 3-day SLA established, prompt schemas + policy validation.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Schema-enforced outputs, audit trail, translating policy into automated technical enforcement.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Providence statewide IT/AV asset compliance — 52 hospital sites, LLM-assisted classification, audit-ready documentation.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2020–2023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environment, mission-critical reliability, audit and compliance discipline.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0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proves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is the same operational shape, ported to your stack. Happy to walk through the production stories that gave me the playbook.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 |  William Madewell  |  OFM IT Application Developer — 2026-05-15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CivicFlow</dc:title>
  <dc:subject>PptxGenJS Presentation</dc:subject>
  <dc:creator>William Madewell</dc:creator>
  <cp:lastModifiedBy>William Madewell</cp:lastModifiedBy>
  <cp:revision>1</cp:revision>
  <dcterms:created xsi:type="dcterms:W3CDTF">2026-05-14T17:32:11Z</dcterms:created>
  <dcterms:modified xsi:type="dcterms:W3CDTF">2026-05-14T17:32:11Z</dcterms:modified>
</cp:coreProperties>
</file>